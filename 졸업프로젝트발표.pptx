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62" r:id="rId3"/>
    <p:sldId id="259" r:id="rId4"/>
    <p:sldId id="256" r:id="rId5"/>
    <p:sldId id="267" r:id="rId6"/>
    <p:sldId id="268" r:id="rId7"/>
    <p:sldId id="261" r:id="rId8"/>
    <p:sldId id="269" r:id="rId9"/>
    <p:sldId id="266" r:id="rId10"/>
    <p:sldId id="265" r:id="rId11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870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ACAF3DD-505F-5605-732E-5133E37807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65D13655-0F18-4C81-BF17-70F45FE582B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6A336EE-8B4B-B81A-53D4-92925E9781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BD84F72-3EAB-D143-8DE5-54A267250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9D092BD-2140-D540-EF60-FC3B45043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93265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4FBFE-47C2-9165-9B2B-37DE289CCE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E6F19DD-7A00-5581-E268-8635CA51E1A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0CD0B02-A274-0879-FEF8-51BC01C337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AC4B990-FB00-BA8E-37CE-9942D8D75D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710C4B8-C2E9-905E-F7FD-07127A83E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47991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78B6504-E377-461E-F0D7-056520C0D1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754C2F64-C322-6DA4-986E-4643507954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11B633-241D-E80F-3EBF-67B0E7AEA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6D7974A-CE71-FE55-DB2B-23D57CACC2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18AE9FD-C8B8-7E29-BA3F-BEFA8A4B69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30347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7EAF80A-D549-385B-C649-07BEFCF5CB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7D094E3-C3FC-0D27-D1F4-D4208A2E96F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6B37D8-4F1D-61EF-9D46-2232C6296EC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FE3E66F-F91F-31E9-20A7-96A9C4894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AE7672F-6883-2E45-F099-54CA84BA6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15554CDF-9B27-34A6-9BC6-F90ECE4A26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5858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127D96-AC24-2A59-705D-AA597C633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65542D2-7842-4F57-8472-F907C9448E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EA3F25F-B049-0087-E507-C3FC6F037B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EE483F-2F29-9E55-A1E8-47E675B449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0D4F6F9-DD95-DE4F-B918-B5E60D053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D5BE3757-D696-A4F6-A241-A51E84929A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4E2AFA1-7C01-F92B-3317-050F861F5D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967E3C73-E625-2583-62FF-9C59931B4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216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852F849-1AC6-180B-A745-B7E114379C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DD82D6B-F34F-8E94-78A8-4B55307BDA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F62D2EC-62A1-D071-EC95-8F71C77A6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768D5EFB-1A28-46E4-0541-6AED241398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83669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47E17276-AF00-AE87-E7E7-2CF4BAB909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AE5D367-1573-5BF9-10D2-68AF6F07EF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A5346595-BCE0-47F4-1250-695A700FF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578371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164A4A0-CB25-F60C-F190-AE4943B4CD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30B03AE-3A0E-D262-83CF-2EF5B90EF5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F2D896A-DA27-F76C-2B55-F9AA7767E98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3E6E1221-B07C-6DB8-3718-ECD780FFCF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96705DB7-38B6-D918-0698-9B0FF0FC76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914379A-BC88-6B0B-BC25-D2BB1C2F7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195179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8E6AB78-2C13-492D-6F99-70858CB492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F82075BB-ACA6-5E01-5A79-70F45DD3FE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A301A6E-E4D3-BF17-4080-BEEFD3A1FC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F55720-F399-5A2D-418E-91689D567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7999378-7890-DCF5-5AC2-8292EFD30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2C54EBE-2A5E-E651-33C2-55AE97A5B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9896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BFF2A26-8C2A-5CD7-D92B-EE0CE92021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0A50131C-7BF1-16B5-900A-2A83057883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4A250FD-453E-D949-F0F1-0D30D81C27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4AAEB18-42E4-94C6-1B6D-ECFAAA9592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AEB61D4-34C6-B246-FCC9-199B0BEC92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89445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514E2F93-5373-458E-CEAE-2098C088751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959F468-FBB7-9A28-29F6-D46C4F5017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0192FAB-4F0A-206A-750E-F68EF082D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566F53-2EA0-9D31-EC3F-F5F0DB40B5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F8DFE6D-D759-D3D8-BDA3-38CD232DA0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132675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2B160C9B-3F4B-E8FE-C53B-70871E80E6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E60F757-3ED7-CCAE-185E-459F024A05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D4D7D29-29EC-A16A-7ADB-CEE3E46E1F4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A4DA319-1CDB-4F2A-B960-E1BA299453D6}" type="datetimeFigureOut">
              <a:rPr lang="ko-KR" altLang="en-US" smtClean="0"/>
              <a:t>2026-05-22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AEEA696-1044-6213-0C0C-BD93C879F0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D8D24AB-0F7B-08AB-AEA7-395349CFAD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AB0440-E514-4716-89B3-6385E75657F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01658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1774199-6EB7-ECB6-F429-D580E690AC03}"/>
              </a:ext>
            </a:extLst>
          </p:cNvPr>
          <p:cNvSpPr txBox="1"/>
          <p:nvPr/>
        </p:nvSpPr>
        <p:spPr>
          <a:xfrm>
            <a:off x="3111853" y="2505670"/>
            <a:ext cx="596830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</a:rPr>
              <a:t>졸업프로젝트 발표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A3468995-B49B-63F8-C1DF-2ECCA6B69365}"/>
              </a:ext>
            </a:extLst>
          </p:cNvPr>
          <p:cNvCxnSpPr>
            <a:cxnSpLocks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D2573F0-A606-780F-FA51-D0B326B33851}"/>
              </a:ext>
            </a:extLst>
          </p:cNvPr>
          <p:cNvSpPr txBox="1"/>
          <p:nvPr/>
        </p:nvSpPr>
        <p:spPr>
          <a:xfrm>
            <a:off x="4983357" y="3946486"/>
            <a:ext cx="222528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ko-KR" dirty="0">
                <a:solidFill>
                  <a:schemeClr val="bg1"/>
                </a:solidFill>
              </a:rPr>
              <a:t>2020055350 </a:t>
            </a:r>
            <a:r>
              <a:rPr lang="ko-KR" altLang="en-US" dirty="0">
                <a:solidFill>
                  <a:schemeClr val="bg1"/>
                </a:solidFill>
              </a:rPr>
              <a:t>강현중</a:t>
            </a:r>
            <a:endParaRPr lang="en-US" altLang="ko-KR" dirty="0">
              <a:solidFill>
                <a:schemeClr val="bg1"/>
              </a:solidFill>
            </a:endParaRPr>
          </a:p>
          <a:p>
            <a:pPr algn="ctr"/>
            <a:r>
              <a:rPr lang="en-US" altLang="ko-KR" dirty="0">
                <a:solidFill>
                  <a:schemeClr val="bg1"/>
                </a:solidFill>
              </a:rPr>
              <a:t>2023062660 </a:t>
            </a:r>
            <a:r>
              <a:rPr lang="ko-KR" altLang="en-US" dirty="0">
                <a:solidFill>
                  <a:schemeClr val="bg1"/>
                </a:solidFill>
              </a:rPr>
              <a:t>우성훈</a:t>
            </a:r>
          </a:p>
        </p:txBody>
      </p:sp>
    </p:spTree>
    <p:extLst>
      <p:ext uri="{BB962C8B-B14F-4D97-AF65-F5344CB8AC3E}">
        <p14:creationId xmlns:p14="http://schemas.microsoft.com/office/powerpoint/2010/main" val="24482888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8F0C7C7-7DFC-9693-DA84-0293A181B8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AF39935-6F9F-CCAB-D229-AF1D2508A32B}"/>
              </a:ext>
            </a:extLst>
          </p:cNvPr>
          <p:cNvSpPr txBox="1"/>
          <p:nvPr/>
        </p:nvSpPr>
        <p:spPr>
          <a:xfrm>
            <a:off x="3336276" y="2505670"/>
            <a:ext cx="551946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</a:rPr>
              <a:t>모듈화 진행 상황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EFFFA26E-E73D-CD8E-7C35-C47F8D5AC47F}"/>
              </a:ext>
            </a:extLst>
          </p:cNvPr>
          <p:cNvCxnSpPr>
            <a:cxnSpLocks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10092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96DDAC-E52D-090E-2018-8BED3DC9E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9D288C04-613C-7094-CE94-C3EF9DC42AA2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6D10F5AA-CD6D-7C4F-FC59-E474600DF651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E172FE5-7CAE-AA92-3E0B-F94D1E535CF8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0.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협업 진행</a:t>
            </a: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302BCFD9-6E70-705B-2333-CB577C3DF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750" y="975115"/>
            <a:ext cx="4015836" cy="3071218"/>
          </a:xfrm>
          <a:prstGeom prst="rect">
            <a:avLst/>
          </a:prstGeom>
        </p:spPr>
      </p:pic>
      <p:pic>
        <p:nvPicPr>
          <p:cNvPr id="3" name="그림 2">
            <a:extLst>
              <a:ext uri="{FF2B5EF4-FFF2-40B4-BE49-F238E27FC236}">
                <a16:creationId xmlns:a16="http://schemas.microsoft.com/office/drawing/2014/main" id="{4463CDBF-4A7C-930F-2BE8-B0E65E1612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015" y="3429000"/>
            <a:ext cx="4835444" cy="314325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58FC4EF-9823-FE96-3352-D16C079C660E}"/>
              </a:ext>
            </a:extLst>
          </p:cNvPr>
          <p:cNvSpPr txBox="1"/>
          <p:nvPr/>
        </p:nvSpPr>
        <p:spPr>
          <a:xfrm>
            <a:off x="5657850" y="1532007"/>
            <a:ext cx="612140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</a:t>
            </a:r>
            <a:r>
              <a:rPr lang="en-US" altLang="ko-KR" sz="2800" dirty="0"/>
              <a:t>AWS</a:t>
            </a:r>
            <a:r>
              <a:rPr lang="ko-KR" altLang="en-US" sz="2800" dirty="0"/>
              <a:t>에 </a:t>
            </a:r>
            <a:r>
              <a:rPr lang="ko-KR" altLang="en-US" sz="2800" dirty="0" err="1"/>
              <a:t>퍼포스를</a:t>
            </a:r>
            <a:r>
              <a:rPr lang="ko-KR" altLang="en-US" sz="2800" dirty="0"/>
              <a:t> 연결해 버전 관리 및 대용량 파일 및 프로젝트 공유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1322343-B1F1-AE9D-2B73-6D9602531CAB}"/>
              </a:ext>
            </a:extLst>
          </p:cNvPr>
          <p:cNvSpPr txBox="1"/>
          <p:nvPr/>
        </p:nvSpPr>
        <p:spPr>
          <a:xfrm>
            <a:off x="5678940" y="4455408"/>
            <a:ext cx="61214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주 </a:t>
            </a:r>
            <a:r>
              <a:rPr lang="en-US" altLang="ko-KR" sz="2800" dirty="0"/>
              <a:t>1</a:t>
            </a:r>
            <a:r>
              <a:rPr lang="ko-KR" altLang="en-US" sz="2800" dirty="0"/>
              <a:t>회 이상 온</a:t>
            </a:r>
            <a:r>
              <a:rPr lang="en-US" altLang="ko-KR" sz="2800" dirty="0"/>
              <a:t>/</a:t>
            </a:r>
            <a:r>
              <a:rPr lang="ko-KR" altLang="en-US" sz="2800" dirty="0"/>
              <a:t>오프라인 회의 진행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C07E857-6B51-4303-CDB1-43727EA1093F}"/>
              </a:ext>
            </a:extLst>
          </p:cNvPr>
          <p:cNvSpPr txBox="1"/>
          <p:nvPr/>
        </p:nvSpPr>
        <p:spPr>
          <a:xfrm>
            <a:off x="5248194" y="3209151"/>
            <a:ext cx="71163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</a:t>
            </a:r>
            <a:r>
              <a:rPr lang="ko-KR" altLang="en-US" sz="2800" dirty="0" err="1"/>
              <a:t>노션을</a:t>
            </a:r>
            <a:r>
              <a:rPr lang="ko-KR" altLang="en-US" sz="2800" dirty="0"/>
              <a:t> 통해 역할 분배 및 진행 상황 공유</a:t>
            </a:r>
          </a:p>
        </p:txBody>
      </p:sp>
    </p:spTree>
    <p:extLst>
      <p:ext uri="{BB962C8B-B14F-4D97-AF65-F5344CB8AC3E}">
        <p14:creationId xmlns:p14="http://schemas.microsoft.com/office/powerpoint/2010/main" val="259974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D4A453B6-0D2D-C771-CF5E-54C28EA61B2B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1BA3FB-F15C-A031-9A3B-CF7A996950EA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86F96BA-2F39-D397-A04D-7EE859DC2870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채보 수정 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tool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제작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A287D5-C322-BC9A-E99C-CFE6F1A746E0}"/>
              </a:ext>
            </a:extLst>
          </p:cNvPr>
          <p:cNvSpPr txBox="1"/>
          <p:nvPr/>
        </p:nvSpPr>
        <p:spPr>
          <a:xfrm>
            <a:off x="5919084" y="1598682"/>
            <a:ext cx="627291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</a:t>
            </a:r>
            <a:r>
              <a:rPr lang="en-US" altLang="ko-KR" sz="2800" dirty="0"/>
              <a:t>IMGUI</a:t>
            </a:r>
            <a:r>
              <a:rPr lang="ko-KR" altLang="en-US" sz="2800" dirty="0"/>
              <a:t> 사용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〮 기존 자동 생성 유지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〮 채보 파일을 </a:t>
            </a:r>
            <a:r>
              <a:rPr lang="en-US" altLang="ko-KR" sz="2800" dirty="0"/>
              <a:t>JSON</a:t>
            </a:r>
            <a:r>
              <a:rPr lang="ko-KR" altLang="en-US" sz="2800" dirty="0"/>
              <a:t>에서</a:t>
            </a:r>
            <a:endParaRPr lang="en-US" altLang="ko-KR" sz="2800" dirty="0"/>
          </a:p>
          <a:p>
            <a:r>
              <a:rPr lang="en-US" altLang="ko-KR" sz="2800" dirty="0"/>
              <a:t>Scriptable Object</a:t>
            </a:r>
            <a:r>
              <a:rPr lang="ko-KR" altLang="en-US" sz="2800" dirty="0"/>
              <a:t>로 변경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〮 음원 재생 중 노트 추가 및 수정가능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DB3C7073-394D-990B-F10E-564A1B11CE8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2900" y="1245836"/>
            <a:ext cx="5185685" cy="4776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144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3D0DBC-3ABB-2364-73E3-44D45A867E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2695ACDA-CE2D-FE9B-8286-37F3410D5B48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1C28F3DA-93C5-FEA3-FF95-BC2813CD08D8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68911F1-75FE-3C02-F8E6-063DFD8A9216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2.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노트 생성 방식 변경 및 판정 세분화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328C65C-7A81-F371-C9D9-BBB17134F0F8}"/>
              </a:ext>
            </a:extLst>
          </p:cNvPr>
          <p:cNvSpPr txBox="1"/>
          <p:nvPr/>
        </p:nvSpPr>
        <p:spPr>
          <a:xfrm>
            <a:off x="5537848" y="1597524"/>
            <a:ext cx="6993352" cy="39087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노트 생성에 </a:t>
            </a:r>
            <a:r>
              <a:rPr lang="en-US" altLang="ko-KR" sz="2800" dirty="0"/>
              <a:t>object pooling </a:t>
            </a:r>
            <a:r>
              <a:rPr lang="ko-KR" altLang="en-US" sz="2800" dirty="0"/>
              <a:t>사용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〮 사용된 노트를 </a:t>
            </a:r>
            <a:r>
              <a:rPr lang="en-US" altLang="ko-KR" sz="2800" dirty="0"/>
              <a:t>destroy</a:t>
            </a:r>
            <a:r>
              <a:rPr lang="ko-KR" altLang="en-US" sz="2800" dirty="0"/>
              <a:t> 하지 않고</a:t>
            </a:r>
            <a:endParaRPr lang="en-US" altLang="ko-KR" sz="2800" dirty="0"/>
          </a:p>
          <a:p>
            <a:r>
              <a:rPr lang="ko-KR" altLang="en-US" sz="2800" dirty="0"/>
              <a:t>  비활성화 해 향후 재사용</a:t>
            </a:r>
            <a:endParaRPr lang="en-US" altLang="ko-KR" sz="2800" dirty="0"/>
          </a:p>
          <a:p>
            <a:endParaRPr lang="en-US" altLang="ko-KR" sz="2800" dirty="0"/>
          </a:p>
          <a:p>
            <a:r>
              <a:rPr lang="ko-KR" altLang="en-US" sz="2800" dirty="0"/>
              <a:t>〮 충돌 판정을 </a:t>
            </a:r>
            <a:r>
              <a:rPr lang="en-US" altLang="ko-KR" sz="2400" dirty="0"/>
              <a:t>Swept Collision</a:t>
            </a:r>
            <a:r>
              <a:rPr lang="ko-KR" altLang="en-US" sz="2400" dirty="0"/>
              <a:t>으로</a:t>
            </a:r>
            <a:r>
              <a:rPr lang="en-US" altLang="ko-KR" sz="2400" dirty="0"/>
              <a:t> </a:t>
            </a:r>
            <a:r>
              <a:rPr lang="ko-KR" altLang="en-US" sz="2400" dirty="0"/>
              <a:t>변경</a:t>
            </a:r>
            <a:endParaRPr lang="en-US" altLang="ko-KR" sz="2400" dirty="0"/>
          </a:p>
          <a:p>
            <a:endParaRPr lang="en-US" altLang="ko-KR" sz="2400" dirty="0"/>
          </a:p>
          <a:p>
            <a:r>
              <a:rPr lang="ko-KR" altLang="en-US" sz="2400" dirty="0"/>
              <a:t>〮 </a:t>
            </a:r>
            <a:r>
              <a:rPr lang="ko-KR" altLang="en-US" sz="2800" dirty="0"/>
              <a:t>휘두른 방향과 </a:t>
            </a:r>
            <a:r>
              <a:rPr lang="en-US" altLang="ko-KR" sz="2800" dirty="0"/>
              <a:t>indicator </a:t>
            </a:r>
            <a:r>
              <a:rPr lang="ko-KR" altLang="en-US" sz="2800" dirty="0"/>
              <a:t>방향의 각도로         </a:t>
            </a:r>
            <a:endParaRPr lang="en-US" altLang="ko-KR" sz="2800" dirty="0"/>
          </a:p>
          <a:p>
            <a:r>
              <a:rPr lang="en-US" altLang="ko-KR" sz="2800" dirty="0"/>
              <a:t> </a:t>
            </a:r>
            <a:r>
              <a:rPr lang="ko-KR" altLang="en-US" sz="2800" dirty="0"/>
              <a:t>점수 세분화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E82C739B-1A4D-C633-87B7-D9067D3B02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800" y="1922454"/>
            <a:ext cx="4895143" cy="777510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8C605C50-AC3F-826E-7D8A-0E9AA08472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7800" y="3068782"/>
            <a:ext cx="5167265" cy="1786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104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86693F-54FD-69A7-1A38-C310A07064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8B06EEC0-61AA-76C5-EF4F-21231778613A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F381F52C-72A8-20B5-A624-62B6246FDC02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D56CC4-14A1-1AB7-D0A5-2968B9C66E68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3.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매니저 역할 분리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1C57921-E563-C06D-8048-30FCD43D8EE7}"/>
              </a:ext>
            </a:extLst>
          </p:cNvPr>
          <p:cNvSpPr txBox="1"/>
          <p:nvPr/>
        </p:nvSpPr>
        <p:spPr>
          <a:xfrm>
            <a:off x="5301247" y="1246558"/>
            <a:ext cx="628244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</a:t>
            </a:r>
            <a:r>
              <a:rPr lang="en-US" altLang="ko-KR" sz="2800" dirty="0" err="1"/>
              <a:t>NoteSpawner</a:t>
            </a:r>
            <a:r>
              <a:rPr lang="ko-KR" altLang="en-US" sz="2800" dirty="0"/>
              <a:t>에 있던 채보 읽기 및 노트 생성 로직을 </a:t>
            </a:r>
            <a:r>
              <a:rPr lang="en-US" altLang="ko-KR" sz="2800" dirty="0" err="1"/>
              <a:t>NotePoolManager</a:t>
            </a:r>
            <a:r>
              <a:rPr lang="en-US" altLang="ko-KR" sz="2800" dirty="0"/>
              <a:t> </a:t>
            </a:r>
            <a:r>
              <a:rPr lang="ko-KR" altLang="en-US" sz="2800" dirty="0"/>
              <a:t>및 </a:t>
            </a:r>
            <a:r>
              <a:rPr lang="en-US" altLang="ko-KR" sz="2800" dirty="0" err="1"/>
              <a:t>GameManager</a:t>
            </a:r>
            <a:r>
              <a:rPr lang="ko-KR" altLang="en-US" sz="2800" dirty="0"/>
              <a:t>로 분리</a:t>
            </a:r>
            <a:endParaRPr lang="ko-KR" altLang="en-US" sz="2400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FA24DCC9-AF7E-9543-28BE-C02597B374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077" y="2835957"/>
            <a:ext cx="4576893" cy="118608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5FD39D4D-F1E1-1143-0B94-F93B4A800E6E}"/>
              </a:ext>
            </a:extLst>
          </p:cNvPr>
          <p:cNvSpPr txBox="1"/>
          <p:nvPr/>
        </p:nvSpPr>
        <p:spPr>
          <a:xfrm>
            <a:off x="5301248" y="5090470"/>
            <a:ext cx="628244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각각의 노트에 있었던 점수 관련 </a:t>
            </a:r>
            <a:endParaRPr lang="en-US" altLang="ko-KR" sz="2800" dirty="0"/>
          </a:p>
          <a:p>
            <a:r>
              <a:rPr lang="en-US" altLang="ko-KR" sz="2800" dirty="0"/>
              <a:t>  </a:t>
            </a:r>
            <a:r>
              <a:rPr lang="ko-KR" altLang="en-US" sz="2800" dirty="0"/>
              <a:t>로직을 </a:t>
            </a:r>
            <a:r>
              <a:rPr lang="en-US" altLang="ko-KR" sz="2800" dirty="0" err="1"/>
              <a:t>GameManager</a:t>
            </a:r>
            <a:r>
              <a:rPr lang="ko-KR" altLang="en-US" sz="2800" dirty="0"/>
              <a:t>로 분리</a:t>
            </a:r>
            <a:endParaRPr lang="ko-KR" altLang="en-US" sz="24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F4E5356-1F39-99B5-7097-D57F24DDEDD6}"/>
              </a:ext>
            </a:extLst>
          </p:cNvPr>
          <p:cNvSpPr txBox="1"/>
          <p:nvPr/>
        </p:nvSpPr>
        <p:spPr>
          <a:xfrm>
            <a:off x="5157657" y="2989527"/>
            <a:ext cx="6569624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/>
              <a:t>〮 </a:t>
            </a:r>
            <a:r>
              <a:rPr lang="en-US" altLang="ko-KR" sz="2800" dirty="0"/>
              <a:t>GM(</a:t>
            </a:r>
            <a:r>
              <a:rPr lang="ko-KR" altLang="en-US" sz="2800" dirty="0"/>
              <a:t>채보 읽기 및 음악 재생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  </a:t>
            </a:r>
            <a:r>
              <a:rPr lang="en-US" altLang="ko-KR" sz="2800" dirty="0" err="1"/>
              <a:t>NoteSpawner</a:t>
            </a:r>
            <a:r>
              <a:rPr lang="en-US" altLang="ko-KR" sz="2800" dirty="0"/>
              <a:t> (</a:t>
            </a:r>
            <a:r>
              <a:rPr lang="ko-KR" altLang="en-US" sz="2800" dirty="0"/>
              <a:t>노트 생성 요청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  </a:t>
            </a:r>
            <a:r>
              <a:rPr lang="en-US" altLang="ko-KR" sz="2800" dirty="0" err="1"/>
              <a:t>NotePoolManager</a:t>
            </a:r>
            <a:r>
              <a:rPr lang="en-US" altLang="ko-KR" sz="2800" dirty="0"/>
              <a:t> (</a:t>
            </a:r>
            <a:r>
              <a:rPr lang="ko-KR" altLang="en-US" sz="2800" dirty="0"/>
              <a:t>풀에서 노트 생성</a:t>
            </a:r>
            <a:r>
              <a:rPr lang="en-US" altLang="ko-KR" sz="2800" dirty="0"/>
              <a:t>)</a:t>
            </a:r>
          </a:p>
          <a:p>
            <a:r>
              <a:rPr lang="en-US" altLang="ko-KR" sz="2800" dirty="0"/>
              <a:t>  </a:t>
            </a:r>
            <a:r>
              <a:rPr lang="en-US" altLang="ko-KR" sz="2800" dirty="0" err="1"/>
              <a:t>NoteSpawner</a:t>
            </a:r>
            <a:r>
              <a:rPr lang="en-US" altLang="ko-KR" sz="2800" dirty="0"/>
              <a:t> (</a:t>
            </a:r>
            <a:r>
              <a:rPr lang="ko-KR" altLang="en-US" sz="2800" dirty="0"/>
              <a:t>노트 방향 및 모델 설정</a:t>
            </a:r>
            <a:r>
              <a:rPr lang="en-US" altLang="ko-KR" sz="2800" dirty="0"/>
              <a:t>)</a:t>
            </a:r>
          </a:p>
          <a:p>
            <a:endParaRPr lang="en-US" altLang="ko-KR" sz="2800" dirty="0"/>
          </a:p>
        </p:txBody>
      </p:sp>
    </p:spTree>
    <p:extLst>
      <p:ext uri="{BB962C8B-B14F-4D97-AF65-F5344CB8AC3E}">
        <p14:creationId xmlns:p14="http://schemas.microsoft.com/office/powerpoint/2010/main" val="35866069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F9CF279-57AC-7C81-4231-A33439785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7FE12928-5673-0215-AA1C-1CE1BF4D0EA4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9BEC4EBA-CE37-8E92-C83F-25F8A6B7FFBC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ABC3311-B17C-174F-1C2B-28D566696A2D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999.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플레이영상 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(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숫자 바꿀 것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)</a:t>
            </a:r>
            <a:endParaRPr lang="ko-KR" altLang="en-US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481FD5D-80F8-9FDC-A056-247E2FF0F3A9}"/>
              </a:ext>
            </a:extLst>
          </p:cNvPr>
          <p:cNvSpPr txBox="1"/>
          <p:nvPr/>
        </p:nvSpPr>
        <p:spPr>
          <a:xfrm>
            <a:off x="3101975" y="2830283"/>
            <a:ext cx="929957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여기에 플레이 영상</a:t>
            </a:r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78846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7384093-27F6-E609-98C6-6D8F608FA5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8936EB-CE95-05AC-FB34-780D6E2DF1F8}"/>
              </a:ext>
            </a:extLst>
          </p:cNvPr>
          <p:cNvSpPr txBox="1"/>
          <p:nvPr/>
        </p:nvSpPr>
        <p:spPr>
          <a:xfrm>
            <a:off x="4496857" y="2505670"/>
            <a:ext cx="319831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</a:rPr>
              <a:t>향후 계획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FEB422F-4597-5FC5-8CC6-6EC59F06CC39}"/>
              </a:ext>
            </a:extLst>
          </p:cNvPr>
          <p:cNvCxnSpPr>
            <a:cxnSpLocks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88260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7A1E98-8A01-5145-3BC0-BD77CF24E3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4B86FEEF-B906-F323-9A19-8274AFD65B7D}"/>
              </a:ext>
            </a:extLst>
          </p:cNvPr>
          <p:cNvCxnSpPr>
            <a:cxnSpLocks/>
          </p:cNvCxnSpPr>
          <p:nvPr/>
        </p:nvCxnSpPr>
        <p:spPr>
          <a:xfrm>
            <a:off x="177800" y="835707"/>
            <a:ext cx="12014200" cy="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직사각형 4">
            <a:extLst>
              <a:ext uri="{FF2B5EF4-FFF2-40B4-BE49-F238E27FC236}">
                <a16:creationId xmlns:a16="http://schemas.microsoft.com/office/drawing/2014/main" id="{C5669AA8-6356-22C1-7901-4A16F22FB8CE}"/>
              </a:ext>
            </a:extLst>
          </p:cNvPr>
          <p:cNvSpPr/>
          <p:nvPr/>
        </p:nvSpPr>
        <p:spPr>
          <a:xfrm>
            <a:off x="0" y="0"/>
            <a:ext cx="1778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3893F46-2976-2B18-BCB4-9080E025856B}"/>
              </a:ext>
            </a:extLst>
          </p:cNvPr>
          <p:cNvSpPr txBox="1"/>
          <p:nvPr/>
        </p:nvSpPr>
        <p:spPr>
          <a:xfrm>
            <a:off x="329610" y="111525"/>
            <a:ext cx="656649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1.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향후 계획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D97F9A-C537-627D-EED1-C63B4799CA23}"/>
              </a:ext>
            </a:extLst>
          </p:cNvPr>
          <p:cNvSpPr txBox="1"/>
          <p:nvPr/>
        </p:nvSpPr>
        <p:spPr>
          <a:xfrm>
            <a:off x="329610" y="1082601"/>
            <a:ext cx="9299575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UI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및 비주얼 요소 수정</a:t>
            </a:r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테스트 진행</a:t>
            </a:r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노트 추가</a:t>
            </a:r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  <a:p>
            <a:r>
              <a:rPr lang="ko-KR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•</a:t>
            </a:r>
            <a:r>
              <a:rPr lang="en-US" altLang="ko-KR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ko-KR" altLang="en-US" sz="3200" spc="-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동작의 연속성 유도 </a:t>
            </a:r>
            <a:endParaRPr lang="en-US" altLang="ko-KR" sz="3200" spc="-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206761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C947AD-D80A-13CF-6E30-CF69C28CE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ECA290D-CDE7-722B-FF5A-E9E94D1F5DC1}"/>
              </a:ext>
            </a:extLst>
          </p:cNvPr>
          <p:cNvSpPr txBox="1"/>
          <p:nvPr/>
        </p:nvSpPr>
        <p:spPr>
          <a:xfrm>
            <a:off x="4272435" y="2505670"/>
            <a:ext cx="3647153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5400" dirty="0">
                <a:solidFill>
                  <a:schemeClr val="bg1"/>
                </a:solidFill>
              </a:rPr>
              <a:t>감사합니다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CAA46443-7C51-4A65-DED2-8CCE9BF0D9CF}"/>
              </a:ext>
            </a:extLst>
          </p:cNvPr>
          <p:cNvCxnSpPr>
            <a:cxnSpLocks/>
          </p:cNvCxnSpPr>
          <p:nvPr/>
        </p:nvCxnSpPr>
        <p:spPr>
          <a:xfrm>
            <a:off x="3347720" y="3673455"/>
            <a:ext cx="5496560" cy="0"/>
          </a:xfrm>
          <a:prstGeom prst="line">
            <a:avLst/>
          </a:prstGeom>
          <a:ln>
            <a:solidFill>
              <a:schemeClr val="bg1">
                <a:lumMod val="9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89975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</TotalTime>
  <Words>216</Words>
  <Application>Microsoft Office PowerPoint</Application>
  <PresentationFormat>와이드스크린</PresentationFormat>
  <Paragraphs>47</Paragraphs>
  <Slides>10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</vt:i4>
      </vt:variant>
    </vt:vector>
  </HeadingPairs>
  <TitlesOfParts>
    <vt:vector size="13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우성훈</dc:creator>
  <cp:lastModifiedBy>강현중</cp:lastModifiedBy>
  <cp:revision>17</cp:revision>
  <dcterms:created xsi:type="dcterms:W3CDTF">2025-12-22T03:58:30Z</dcterms:created>
  <dcterms:modified xsi:type="dcterms:W3CDTF">2026-05-22T02:19:25Z</dcterms:modified>
</cp:coreProperties>
</file>